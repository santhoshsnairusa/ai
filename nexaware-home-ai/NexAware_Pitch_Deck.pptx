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b="1">
                <a:solidFill>
                  <a:srgbClr val="6366F1"/>
                </a:solidFill>
                <a:latin typeface="Segoe UI"/>
              </a:rPr>
              <a:t>NexAware Home AI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>
                <a:solidFill>
                  <a:srgbClr val="38BDF8"/>
                </a:solidFill>
                <a:latin typeface="Segoe UI"/>
              </a:rPr>
              <a:t>Your Private, Intelligent Home Companion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6366F1"/>
                </a:solidFill>
                <a:latin typeface="Segoe UI"/>
              </a:rPr>
              <a:t>The 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>
                <a:solidFill>
                  <a:srgbClr val="F8FAFC"/>
                </a:solidFill>
                <a:latin typeface="Segoe UI"/>
              </a:rPr>
              <a:t>Modern homes are complex, and managing them is a headache:</a:t>
            </a:r>
          </a:p>
          <a:p>
            <a:r>
              <a:rPr>
                <a:solidFill>
                  <a:srgbClr val="F8FAFC"/>
                </a:solidFill>
                <a:latin typeface="Segoe UI"/>
              </a:rPr>
              <a:t>• Lost Information: Appliance manuals, paint codes, and WiFi passwords are scattered or lost.</a:t>
            </a:r>
          </a:p>
          <a:p>
            <a:r>
              <a:rPr>
                <a:solidFill>
                  <a:srgbClr val="F8FAFC"/>
                </a:solidFill>
                <a:latin typeface="Segoe UI"/>
              </a:rPr>
              <a:t>• Missed Deadlines: Warranties expire and filters go unchanged because we forget to track them.</a:t>
            </a:r>
          </a:p>
          <a:p>
            <a:r>
              <a:rPr>
                <a:solidFill>
                  <a:srgbClr val="F8FAFC"/>
                </a:solidFill>
                <a:latin typeface="Segoe UI"/>
              </a:rPr>
              <a:t>• Privacy Risks: Existing AI assistants send your most intimate home data to the cloud.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6366F1"/>
                </a:solidFill>
                <a:latin typeface="Segoe UI"/>
              </a:rPr>
              <a:t>The Solution: NexAware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>
                <a:solidFill>
                  <a:srgbClr val="F8FAFC"/>
                </a:solidFill>
                <a:latin typeface="Segoe UI"/>
              </a:rPr>
              <a:t>NexAware is a 100% offline, local-first AI assistant that memorizes your home's unique data.</a:t>
            </a:r>
          </a:p>
          <a:p>
            <a:r>
              <a:rPr>
                <a:solidFill>
                  <a:srgbClr val="F8FAFC"/>
                </a:solidFill>
                <a:latin typeface="Segoe UI"/>
              </a:rPr>
              <a:t>• Private: Your data never leaves your network.</a:t>
            </a:r>
          </a:p>
          <a:p>
            <a:r>
              <a:rPr>
                <a:solidFill>
                  <a:srgbClr val="F8FAFC"/>
                </a:solidFill>
                <a:latin typeface="Segoe UI"/>
              </a:rPr>
              <a:t>• Intelligent: It reads and understands your specific manuals and notes.</a:t>
            </a:r>
          </a:p>
          <a:p>
            <a:r>
              <a:rPr>
                <a:solidFill>
                  <a:srgbClr val="F8FAFC"/>
                </a:solidFill>
                <a:latin typeface="Segoe UI"/>
              </a:rPr>
              <a:t>• Proactive: It tracks your home infrastructure and warns you before things expire.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6366F1"/>
                </a:solidFill>
                <a:latin typeface="Segoe UI"/>
              </a:rPr>
              <a:t>Feature 1: Smart Knowledge Base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>
                <a:solidFill>
                  <a:srgbClr val="F8FAFC"/>
                </a:solidFill>
                <a:latin typeface="Segoe UI"/>
              </a:rPr>
              <a:t>Say goodbye to the junk drawer.</a:t>
            </a:r>
          </a:p>
          <a:p>
            <a:r>
              <a:rPr>
                <a:solidFill>
                  <a:srgbClr val="F8FAFC"/>
                </a:solidFill>
                <a:latin typeface="Segoe UI"/>
              </a:rPr>
              <a:t>• Upload Anything: Drag and drop PDF service manuals, text notes, or warranty receipts.</a:t>
            </a:r>
          </a:p>
          <a:p>
            <a:r>
              <a:rPr>
                <a:solidFill>
                  <a:srgbClr val="F8FAFC"/>
                </a:solidFill>
                <a:latin typeface="Segoe UI"/>
              </a:rPr>
              <a:t>• Advanced RAG: NexAware instantly indexes every word into a highly optimized vector database.</a:t>
            </a:r>
          </a:p>
          <a:p>
            <a:r>
              <a:rPr>
                <a:solidFill>
                  <a:srgbClr val="F8FAFC"/>
                </a:solidFill>
                <a:latin typeface="Segoe UI"/>
              </a:rPr>
              <a:t>• Instant Answers: Just ask, 'How do I change the filter on my LG fridge?' and get the exact steps instantly.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6366F1"/>
                </a:solidFill>
                <a:latin typeface="Segoe UI"/>
              </a:rPr>
              <a:t>Feature 2: Asset &amp; Warranty Tracking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>
                <a:solidFill>
                  <a:srgbClr val="F8FAFC"/>
                </a:solidFill>
                <a:latin typeface="Segoe UI"/>
              </a:rPr>
              <a:t>Protect your investments automatically.</a:t>
            </a:r>
          </a:p>
          <a:p>
            <a:r>
              <a:rPr>
                <a:solidFill>
                  <a:srgbClr val="F8FAFC"/>
                </a:solidFill>
                <a:latin typeface="Segoe UI"/>
              </a:rPr>
              <a:t>• Digital Inventory: Track the make, model, and brand of every appliance and system in your house.</a:t>
            </a:r>
          </a:p>
          <a:p>
            <a:r>
              <a:rPr>
                <a:solidFill>
                  <a:srgbClr val="F8FAFC"/>
                </a:solidFill>
                <a:latin typeface="Segoe UI"/>
              </a:rPr>
              <a:t>• Smart Deadlines: Log warranty end dates and product expiry dates.</a:t>
            </a:r>
          </a:p>
          <a:p>
            <a:r>
              <a:rPr>
                <a:solidFill>
                  <a:srgbClr val="F8FAFC"/>
                </a:solidFill>
                <a:latin typeface="Segoe UI"/>
              </a:rPr>
              <a:t>• Proactive Alerts: The NexAware dashboard automatically flags items 30 days before they expire.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6366F1"/>
                </a:solidFill>
                <a:latin typeface="Segoe UI"/>
              </a:rPr>
              <a:t>The Technology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>
                <a:solidFill>
                  <a:srgbClr val="F8FAFC"/>
                </a:solidFill>
                <a:latin typeface="Segoe UI"/>
              </a:rPr>
              <a:t>Built on an enterprise-grade, modern technology stack:</a:t>
            </a:r>
          </a:p>
          <a:p>
            <a:r>
              <a:rPr>
                <a:solidFill>
                  <a:srgbClr val="F8FAFC"/>
                </a:solidFill>
                <a:latin typeface="Segoe UI"/>
              </a:rPr>
              <a:t>• Local LLM: Powered by lightweight, hyper-fast local models (like Llama 3) running via Ollama.</a:t>
            </a:r>
          </a:p>
          <a:p>
            <a:r>
              <a:rPr>
                <a:solidFill>
                  <a:srgbClr val="F8FAFC"/>
                </a:solidFill>
                <a:latin typeface="Segoe UI"/>
              </a:rPr>
              <a:t>• Vector Search: Utilizes pgvector for instant, semantic document retrieval.</a:t>
            </a:r>
          </a:p>
          <a:p>
            <a:r>
              <a:rPr>
                <a:solidFill>
                  <a:srgbClr val="F8FAFC"/>
                </a:solidFill>
                <a:latin typeface="Segoe UI"/>
              </a:rPr>
              <a:t>• Sleek Interface: A responsive, glassmorphism-inspired React dashboard.</a:t>
            </a:r>
          </a:p>
          <a:p>
            <a:r>
              <a:rPr>
                <a:solidFill>
                  <a:srgbClr val="F8FAFC"/>
                </a:solidFill>
                <a:latin typeface="Segoe UI"/>
              </a:rPr>
              <a:t>• Containerized: Deploys instantly via Docker Compose.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6366F1"/>
                </a:solidFill>
                <a:latin typeface="Segoe UI"/>
              </a:rPr>
              <a:t>Why NexAware?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>
                <a:solidFill>
                  <a:srgbClr val="F8FAFC"/>
                </a:solidFill>
                <a:latin typeface="Segoe UI"/>
              </a:rPr>
              <a:t>NexAware Home AI vs Cloud Assistants (Alexa/Google):</a:t>
            </a:r>
          </a:p>
          <a:p>
            <a:r>
              <a:rPr>
                <a:solidFill>
                  <a:srgbClr val="F8FAFC"/>
                </a:solidFill>
                <a:latin typeface="Segoe UI"/>
              </a:rPr>
              <a:t>• Privacy: 100% Local &amp; Private vs Data sold &amp; analyzed</a:t>
            </a:r>
          </a:p>
          <a:p>
            <a:r>
              <a:rPr>
                <a:solidFill>
                  <a:srgbClr val="F8FAFC"/>
                </a:solidFill>
                <a:latin typeface="Segoe UI"/>
              </a:rPr>
              <a:t>• Knowledge: Personalized to your home vs Generic web answers</a:t>
            </a:r>
          </a:p>
          <a:p>
            <a:r>
              <a:rPr>
                <a:solidFill>
                  <a:srgbClr val="F8FAFC"/>
                </a:solidFill>
                <a:latin typeface="Segoe UI"/>
              </a:rPr>
              <a:t>• Cost: Free &amp; Open vs Hidden subscriptions</a:t>
            </a:r>
          </a:p>
          <a:p>
            <a:r>
              <a:rPr>
                <a:solidFill>
                  <a:srgbClr val="F8FAFC"/>
                </a:solidFill>
                <a:latin typeface="Segoe UI"/>
              </a:rPr>
              <a:t>• Offline: Works offline always vs Fails without internet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b="1">
                <a:solidFill>
                  <a:srgbClr val="6366F1"/>
                </a:solidFill>
                <a:latin typeface="Segoe UI"/>
              </a:rPr>
              <a:t>Join the Future of Home Management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>
                <a:solidFill>
                  <a:srgbClr val="38BDF8"/>
                </a:solidFill>
                <a:latin typeface="Segoe UI"/>
              </a:rPr>
              <a:t>Take back control of your home's data today.</a:t>
            </a:r>
          </a:p>
          <a:p>
            <a:r>
              <a:t>Smart. Local. Yours.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